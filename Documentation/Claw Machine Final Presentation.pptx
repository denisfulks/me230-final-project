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99078-5FCE-4A55-8A7A-4F9C1F97EB3A}" v="5" dt="2025-11-03T14:17:00.143"/>
  </p1510:revLst>
</p1510:revInfo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E2F9-5038-F54E-1A74-F7D4035BB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17770-8CF3-7D5F-74CC-FAE5DBEB3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ED849-6853-75F4-DBB5-346ECA87E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181A3-E3F1-7BB9-20E9-2E7CF00B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44D95-CD17-E9DD-16E3-245F8FF3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4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09FC-8663-5221-D97A-37E8FEB2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C2F05-BEA0-8359-5409-1F42B0315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43CFD-5980-38F3-DBCF-6CE5ACA4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0CAF6-A46A-390C-9A7B-51860175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9850-6818-199E-F978-473BD2A1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0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018A-FA6C-6EDF-78C6-B5959E6E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C05D0-522E-BCF2-AAE2-0ABA02B67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74419-1827-7B31-CF93-3F25E5F3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EEB9A-EB3D-957B-C83E-28AB648D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24CC0-10DC-9200-C2A2-028A883C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1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4C40-E5D3-8A09-C608-32BE3AF7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3DC06-4FE6-B2B8-D7A1-0962EFCCF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379DB-B324-3703-0ABA-ACAF5B627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DBA6B-A410-496F-BFF7-8DEFB940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5533D-8E4E-C799-5248-EFD0DEB8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CD293-90FF-3FE0-F18E-88B478F8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7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20EFA-D86A-DD2F-9E7F-476E383A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7A89D-7390-2B43-5F3D-E75EEF5DA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9D8D1-9935-28EA-48C2-AE8B7970E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03FA1-66E9-5CEA-8E42-182386CA7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5415E3-2029-9D98-E2ED-37B0F043C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B8C1D-5CB5-4F90-5D6A-E7988F91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95D81-AAF5-EFCD-0A96-6F456A97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6582D8-7B00-1A93-7CEF-86A1DFC3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5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79AA-3C84-D454-FD06-59BD82FD9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5DB1C-EBA2-44AC-4E6A-26AE0FFA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25416-2C80-48EC-AB75-E096D764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A24AB-3B3E-BC9E-3BF3-FADB7AFC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9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0568B7-B416-96DC-C932-8591DC25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80D08-E7CC-1B90-E6EE-802253CD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49B21-EE4F-3B6B-F2F7-6FDF912D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6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40D5E-DB31-9ABA-F13C-149A933C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DAAEE-EDD0-1451-DCE8-86D14290E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7B97F-2B21-091D-DE6E-3D5E3EC32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ED2EC-D349-08AA-8F7E-34754BCB0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F4775-B827-89D1-5D8E-4731B103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EA871-24B7-0139-5159-E0A87ACB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1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1818-5309-B031-FD2B-9FBDA9FC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6F4B3D-435A-6767-DB53-5A5C37C62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43E23-A634-A855-2251-01AF6013E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206ED-3104-C5BC-5ED3-AA19638F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41CD-BA3C-3C28-CF79-48924DD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102D4-A02B-526A-E345-35ED84B3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969D-BECA-DA3F-DE37-7FE6A1F6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662E5-E7F2-3BA7-7666-1BC552B6E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982D9-23AD-A32D-1CFF-2E936CE1E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C5813-8DE6-AFEF-C312-21BFC149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7A2F5-D16B-9D37-A62E-B9246C8E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5617E-D736-933D-48EB-7BC631B79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8095C-7B02-4E06-0065-28C44999E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03205-F34F-F52B-122B-2B988870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D2635-4835-3C3A-8154-29246540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470D3-8960-ACDA-6DE9-2FE9FE23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30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86331-1243-93AA-32B7-AA16287F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8C297-29FE-553A-4C44-2692829E2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9B08E-BCFC-D6CE-0D90-99B0D9671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88D5C-42EE-4973-AD51-E884F66DDFB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9B47F-B5FE-DD75-A022-1AE3FA98B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CA9D-9E71-BFCD-88AA-20922322E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89B511-15E6-4286-86B6-1BE67C2E2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2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30DBA3-BB2B-EBD3-9B18-DA1F0D038A72}"/>
              </a:ext>
            </a:extLst>
          </p:cNvPr>
          <p:cNvSpPr txBox="1">
            <a:spLocks/>
          </p:cNvSpPr>
          <p:nvPr/>
        </p:nvSpPr>
        <p:spPr>
          <a:xfrm>
            <a:off x="1524000" y="1515273"/>
            <a:ext cx="9144000" cy="38274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ME230: Project Final Presentation</a:t>
            </a:r>
            <a:br>
              <a:rPr lang="en-US" sz="4800" dirty="0"/>
            </a:br>
            <a:br>
              <a:rPr lang="en-US" sz="4800" dirty="0">
                <a:highlight>
                  <a:srgbClr val="00FF00"/>
                </a:highlight>
              </a:rPr>
            </a:br>
            <a:r>
              <a:rPr lang="en-US" sz="4800" i="1" dirty="0">
                <a:highlight>
                  <a:srgbClr val="00FF00"/>
                </a:highlight>
              </a:rPr>
              <a:t>[Put project title here]</a:t>
            </a:r>
            <a:br>
              <a:rPr lang="en-US" sz="4800" i="1" dirty="0"/>
            </a:br>
            <a:br>
              <a:rPr lang="en-US" sz="4800" i="1" dirty="0"/>
            </a:br>
            <a:r>
              <a:rPr lang="en-US" sz="3100" b="1" dirty="0"/>
              <a:t>Team:</a:t>
            </a:r>
            <a:r>
              <a:rPr lang="en-US" sz="3100" i="1" dirty="0"/>
              <a:t> </a:t>
            </a:r>
            <a:r>
              <a:rPr lang="en-US" sz="3100" i="1" dirty="0">
                <a:highlight>
                  <a:srgbClr val="00FF00"/>
                </a:highlight>
              </a:rPr>
              <a:t>[Put team member name(s) here]</a:t>
            </a:r>
            <a:endParaRPr lang="en-US" sz="4800" i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575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B662-69C8-C2DB-3920-C8BBC2A7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E53EF2-3DF0-C3A2-1C79-574A02E6E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655445"/>
              </p:ext>
            </p:extLst>
          </p:nvPr>
        </p:nvGraphicFramePr>
        <p:xfrm>
          <a:off x="304292" y="268732"/>
          <a:ext cx="11583416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Instructions: Use this slide to…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Provide an overview of your ME230 project. Briefly, what are its objectives?  Demonstrate the value of your project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Convince your audience that the real-world problem you seek to solve with your ME230 project is necessary and currently lacks a satisfactory solution or that you present an interesting take on a solution.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i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(Delete this box before presenting)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809440-E669-4BE8-503B-B659EA5F8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747879"/>
              </p:ext>
            </p:extLst>
          </p:nvPr>
        </p:nvGraphicFramePr>
        <p:xfrm>
          <a:off x="304292" y="3164332"/>
          <a:ext cx="11583416" cy="14630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NOTE: YOU MAY USE MORE THAN ONE SLIDE TO DO ALL THAT! MAKE SURE YOUR SLIDES ARE CLEAR, CONSISE, AND HAVE MEANINGFUL GRAPHICAL CONTENT. YOU MAY ASSUME YOUR AUDIENCE IS A TECHNICALLY COMPETENT ONE, BUT YOUR CONTENT SHOULD STILL BE APPROACHABLE.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(Delete this box before presenting)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777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37120-017D-03F5-3BF7-706E47D59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098494"/>
              </p:ext>
            </p:extLst>
          </p:nvPr>
        </p:nvGraphicFramePr>
        <p:xfrm>
          <a:off x="304292" y="268732"/>
          <a:ext cx="11583416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Instructions: Use this slide to…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Convey the methodology, techniques, and manufacturing processes involved in the production of your project.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How did you design it? Build it? How does it work?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i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(Delete this box before presenting)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FA015A-BB99-CE82-A739-FF1E1148A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01016"/>
              </p:ext>
            </p:extLst>
          </p:nvPr>
        </p:nvGraphicFramePr>
        <p:xfrm>
          <a:off x="304292" y="3164332"/>
          <a:ext cx="11583416" cy="14630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NOTE: YOU MAY USE MORE THAN ONE SLIDE TO DO ALL THAT! MAKE SURE YOUR SLIDES ARE CLEAR, CONSISE, AND HAVE MEANINGFUL GRAPHICAL CONTENT. YOU MAY ASSUME YOUR AUDIENCE IS A TECHNICALLY COMPETENT ONE, BUT YOUR CONTENT SHOULD STILL BE APPROACHABLE.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(Delete this box before presenting)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83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A6707-DC88-0D89-2482-020CCAE6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BE75B-AF14-84FB-E775-25C831F6A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025119"/>
              </p:ext>
            </p:extLst>
          </p:nvPr>
        </p:nvGraphicFramePr>
        <p:xfrm>
          <a:off x="304292" y="268732"/>
          <a:ext cx="11583416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Instructions: Use this slide to…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Articulate the challenges faced by the team. Why were they challenges, how did it impact your project?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How did you overcome the challenge? Pivot?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Did they change your self-prescribed objectives? How?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i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i="1" dirty="0"/>
                        <a:t>Show a clear understanding of the challenges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i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(Delete this box before presenting)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CBAB79-2DE7-37B1-99F0-4D54B452F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034453"/>
              </p:ext>
            </p:extLst>
          </p:nvPr>
        </p:nvGraphicFramePr>
        <p:xfrm>
          <a:off x="304292" y="3164332"/>
          <a:ext cx="11583416" cy="14630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NOTE: YOU MAY USE MORE THAN ONE SLIDE TO DO ALL THAT! MAKE SURE YOUR SLIDES ARE CLEAR, CONSISE, AND HAVE MEANINGFUL GRAPHICAL CONTENT. YOU MAY ASSUME YOUR AUDIENCE IS A TECHNICALLY COMPETENT ONE, BUT YOUR CONTENT SHOULD STILL BE APPROACHABLE.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(Delete this box before presenting)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93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FE75-18F6-5E72-C50C-139D60132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Demo!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1DD5EA-EB4A-6F93-214D-55123FF95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838615"/>
              </p:ext>
            </p:extLst>
          </p:nvPr>
        </p:nvGraphicFramePr>
        <p:xfrm>
          <a:off x="304292" y="3164332"/>
          <a:ext cx="11583416" cy="118872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PAUSE YOUR PRESENTATION HERE AND DEMO YOUR PROJECT. </a:t>
                      </a:r>
                      <a:r>
                        <a:rPr lang="en-US"/>
                        <a:t>DEMONSTRATE ITS FUNCTIONALITY IN REAL LIFE, ALLOW OTHER STUDENTS/FACULTY TO TRY IT OUT, ETC. 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(Delete this box before presenting)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155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840C1-2127-E9B1-FE09-18D9F1C01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4B33D7-09BE-C66F-3BC9-B21D84C5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721234"/>
              </p:ext>
            </p:extLst>
          </p:nvPr>
        </p:nvGraphicFramePr>
        <p:xfrm>
          <a:off x="304292" y="268732"/>
          <a:ext cx="11583416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Instructions: Use this slide to…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Briefly summarize the project you just </a:t>
                      </a:r>
                      <a:r>
                        <a:rPr lang="en-US" i="1" dirty="0" err="1"/>
                        <a:t>demo’ed</a:t>
                      </a:r>
                      <a:r>
                        <a:rPr lang="en-US" i="1" dirty="0"/>
                        <a:t>. Does it meet your self-prescribed goals?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If you were to change something, what would it be?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If you had 10 more weeks to work on this project, what would you improve?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i="1" dirty="0"/>
                        <a:t>If you were to give tips to a new mechatronics student about your project, what would they be? Any suggestions? Things to do/not do?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i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(Delete this box before presenting)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05C5F6-F833-244C-9FAF-E057D3F4C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63813"/>
              </p:ext>
            </p:extLst>
          </p:nvPr>
        </p:nvGraphicFramePr>
        <p:xfrm>
          <a:off x="304292" y="3164332"/>
          <a:ext cx="11583416" cy="14630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1583416">
                  <a:extLst>
                    <a:ext uri="{9D8B030D-6E8A-4147-A177-3AD203B41FA5}">
                      <a16:colId xmlns:a16="http://schemas.microsoft.com/office/drawing/2014/main" val="2773519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NOTE: YOU MAY USE MORE THAN ONE SLIDE TO DO ALL THAT! MAKE SURE YOUR SLIDES ARE CLEAR, CONSISE, AND HAVE MEANINGFUL GRAPHICAL CONTENT. YOU MAY ASSUME YOUR AUDIENCE IS A TECHNICALLY COMPETENT ONE, BUT YOUR CONTENT SHOULD STILL BE APPROACHABLE.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(Delete this box before presenting)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5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12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545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Demo!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Adam, Georges</dc:creator>
  <cp:lastModifiedBy>Fulks, Denis</cp:lastModifiedBy>
  <cp:revision>2</cp:revision>
  <dcterms:created xsi:type="dcterms:W3CDTF">2025-11-03T13:52:19Z</dcterms:created>
  <dcterms:modified xsi:type="dcterms:W3CDTF">2026-02-12T13:44:06Z</dcterms:modified>
</cp:coreProperties>
</file>